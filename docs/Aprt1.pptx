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915095-8ABA-3D82-2CD1-A20A346248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0960FD-867C-89A1-28A1-9618E27F7F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47BADF-1A8E-3A4B-23EC-9B5F2D314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43E00-BE0A-4CB8-807C-7B20759D16A0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C280CB-FF90-B6F3-302D-E10B92A02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E481F1-26EA-21D9-AA94-DC18694BB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52996-34D4-478F-B25D-9451241352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978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B0C8F-58B6-5371-D72E-3BACD6BD6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ADCE2F-C49A-ECA1-B3D7-C623A9C93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C6905F-E886-1178-3327-33A2DB9C9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43E00-BE0A-4CB8-807C-7B20759D16A0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D38CEE-677B-CD78-45F8-4F24EFD17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734A9E-37BA-EC5D-DA94-75456D799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52996-34D4-478F-B25D-9451241352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4496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6443D1-A23F-4F19-3C6A-D5E6CA300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106FC17-3386-B24D-9D99-52448506C9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06D98B-F3A5-2281-6742-C08F1C6B0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43E00-BE0A-4CB8-807C-7B20759D16A0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FF4730-4EB3-164C-8C6B-9B8A54878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69D788-8D15-0B51-C174-8651FAC2B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52996-34D4-478F-B25D-9451241352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9267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5046A7-9D0E-6B54-8544-643E31AEC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FA88DD-EA71-1792-0FB1-BE8E5D0F7F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0B8CDC2-8DB8-9533-C02F-04CA9C0915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1938890-EA46-9EC3-1CE7-C2593F8BB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43E00-BE0A-4CB8-807C-7B20759D16A0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55E99AF-F137-2B32-5207-8B4ED1F95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DDA7115-1DE0-E9E0-E976-6C8FC1AC3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52996-34D4-478F-B25D-9451241352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2688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A6663-98FF-2352-A077-4307367C6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4A97EB3-7D0E-31D7-74B7-91F2413A3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310189-007E-5C2E-85E0-C98611B749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0ECF1C-85A2-FDAF-9922-90EB86EDBF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E7385A-2A18-474D-DDA2-AF154C31D9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05412FF-C80E-0D05-179A-0FC1E9AFA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43E00-BE0A-4CB8-807C-7B20759D16A0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742842E-6F55-D992-29C7-E7BC18E2E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779D4E8-0159-C242-AC52-397BE2E7A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52996-34D4-478F-B25D-9451241352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2926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4DF1F1-2DC8-FD71-DE95-4E5BE1748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C8FDDA7-3D4E-EE26-A06E-BADA9978F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43E00-BE0A-4CB8-807C-7B20759D16A0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8BEE96D-47A8-94A6-07F0-6357C0F5A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577BEFA-5BF4-3C57-3703-66F218554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52996-34D4-478F-B25D-9451241352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1115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12A2A4C-6273-E005-1624-654A70DDD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43E00-BE0A-4CB8-807C-7B20759D16A0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27998EA-1A5D-7408-1D96-DB652537F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790E7D2-D38A-AE56-EC87-0B78EA7BC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52996-34D4-478F-B25D-9451241352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9607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7C0B6D-4BFD-58D8-2087-D393D06FC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7E921C-B4A8-6FB3-29F4-E812753F6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C52E0EC-5750-2CA7-7AA5-F13FC40E7E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6D7D661-9476-B0CD-278E-AC381AF43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43E00-BE0A-4CB8-807C-7B20759D16A0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7D54BE4-8DA9-FAF3-1C1C-3E61E31DB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7FE2FD4-86F8-3D48-1CEE-67C613ECF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52996-34D4-478F-B25D-9451241352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5985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580780-452E-E9D5-DEBE-FA1E7A7C4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94CC627-D5EF-ED92-0A3D-7E9332402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285EED-10B6-5DF9-B598-1D68CA5FA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D187B10-A297-22C8-1841-739215E25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43E00-BE0A-4CB8-807C-7B20759D16A0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12F1B98-1C65-BAB3-BC1D-880C35D7E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4EA1FC0-8661-1165-6B52-76D935693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52996-34D4-478F-B25D-9451241352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6392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CD8F92-BFC4-E64D-69ED-CB7867A8A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2EFEFE9-435C-70AC-B63F-F48E54BBBA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7FB29A-3473-C241-CB4F-6D9A5FE0B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43E00-BE0A-4CB8-807C-7B20759D16A0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B3C0F9-037B-CA75-FBF3-A48F5E4EF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98E5ED3-6961-2034-93BF-0DA8B122D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52996-34D4-478F-B25D-9451241352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8085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C2F11CB-FA35-1B6D-4FDB-DB65816C23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35DD4E0-35E0-0D6F-91BD-65E040393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6C9D23-3BA9-4BD0-473A-5E7E014FB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43E00-BE0A-4CB8-807C-7B20759D16A0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9B37059-CEB6-E22D-4F76-A4A243EE7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86450C-593A-00EA-8F57-8D8AA8CDC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52996-34D4-478F-B25D-9451241352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88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9DCCF17-C6B7-0AED-332B-92205D30F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C05E158-8014-EC32-8653-220BEA3CA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6E2DF3-1F85-0C09-802C-2DA3BFCE32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643E00-BE0A-4CB8-807C-7B20759D16A0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F3DA3F-2A03-75B8-8559-B0362D3CBA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C31FD0-C322-8600-DB4D-F267C00FD0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752996-34D4-478F-B25D-9451241352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0232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1753F3-96A8-AD20-D3E1-F89D36FD53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4C61F4B-03B7-45AB-20E6-833C75FBA2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33985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Pablo  Santos Costa</dc:creator>
  <cp:lastModifiedBy>Pablo  Santos Costa</cp:lastModifiedBy>
  <cp:revision>1</cp:revision>
  <dcterms:created xsi:type="dcterms:W3CDTF">2026-09-22T19:09:03Z</dcterms:created>
  <dcterms:modified xsi:type="dcterms:W3CDTF">2026-09-22T19:09:24Z</dcterms:modified>
</cp:coreProperties>
</file>